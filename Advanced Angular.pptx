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</p:sldIdLst>
  <p:sldSz cx="5761038" cy="3240088"/>
  <p:notesSz cx="6858000" cy="9144000"/>
  <p:defaultTextStyle>
    <a:defPPr>
      <a:defRPr lang="en-US"/>
    </a:defPPr>
    <a:lvl1pPr marL="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717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1435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7152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02870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8587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54305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80022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05740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1">
          <p15:clr>
            <a:srgbClr val="A4A3A4"/>
          </p15:clr>
        </p15:guide>
        <p15:guide id="2" pos="181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864" y="114"/>
      </p:cViewPr>
      <p:guideLst>
        <p:guide orient="horz" pos="1021"/>
        <p:guide pos="181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81494-3CBA-4CE5-BC78-1C5DCE32E566}" type="datetimeFigureOut">
              <a:rPr lang="en-US" smtClean="0"/>
              <a:t>5/28/2022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E91D89-BA04-44E6-9449-7B77DDB8E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18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E91D89-BA04-44E6-9449-7B77DDB8E4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57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2078" y="1006528"/>
            <a:ext cx="4896882" cy="694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4156" y="1836050"/>
            <a:ext cx="4032727" cy="8280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2" y="2082057"/>
            <a:ext cx="4896882" cy="643517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082" y="1373288"/>
            <a:ext cx="4896882" cy="708769"/>
          </a:xfrm>
        </p:spPr>
        <p:txBody>
          <a:bodyPr anchor="b"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8052" y="756021"/>
            <a:ext cx="2544458" cy="213830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8528" y="756021"/>
            <a:ext cx="2544458" cy="213830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52" y="725270"/>
            <a:ext cx="2545459" cy="30225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8052" y="1027528"/>
            <a:ext cx="2545459" cy="1866801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26528" y="725270"/>
            <a:ext cx="2546459" cy="30225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26528" y="1027528"/>
            <a:ext cx="2546459" cy="1866801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52" y="129003"/>
            <a:ext cx="1895342" cy="549015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2406" y="129004"/>
            <a:ext cx="3220580" cy="27653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8052" y="678019"/>
            <a:ext cx="1895342" cy="2216310"/>
          </a:xfrm>
        </p:spPr>
        <p:txBody>
          <a:bodyPr/>
          <a:lstStyle>
            <a:lvl1pPr marL="0" indent="0">
              <a:buNone/>
              <a:defRPr sz="800"/>
            </a:lvl1pPr>
            <a:lvl2pPr marL="257175" indent="0">
              <a:buNone/>
              <a:defRPr sz="700"/>
            </a:lvl2pPr>
            <a:lvl3pPr marL="514350" indent="0">
              <a:buNone/>
              <a:defRPr sz="600"/>
            </a:lvl3pPr>
            <a:lvl4pPr marL="771525" indent="0">
              <a:buNone/>
              <a:defRPr sz="500"/>
            </a:lvl4pPr>
            <a:lvl5pPr marL="1028700" indent="0">
              <a:buNone/>
              <a:defRPr sz="500"/>
            </a:lvl5pPr>
            <a:lvl6pPr marL="1285875" indent="0">
              <a:buNone/>
              <a:defRPr sz="500"/>
            </a:lvl6pPr>
            <a:lvl7pPr marL="1543050" indent="0">
              <a:buNone/>
              <a:defRPr sz="500"/>
            </a:lvl7pPr>
            <a:lvl8pPr marL="1800225" indent="0">
              <a:buNone/>
              <a:defRPr sz="500"/>
            </a:lvl8pPr>
            <a:lvl9pPr marL="20574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204" y="2268061"/>
            <a:ext cx="3456623" cy="267758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29204" y="289508"/>
            <a:ext cx="3456623" cy="1944053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9204" y="2535819"/>
            <a:ext cx="3456623" cy="380260"/>
          </a:xfrm>
        </p:spPr>
        <p:txBody>
          <a:bodyPr/>
          <a:lstStyle>
            <a:lvl1pPr marL="0" indent="0">
              <a:buNone/>
              <a:defRPr sz="800"/>
            </a:lvl1pPr>
            <a:lvl2pPr marL="257175" indent="0">
              <a:buNone/>
              <a:defRPr sz="700"/>
            </a:lvl2pPr>
            <a:lvl3pPr marL="514350" indent="0">
              <a:buNone/>
              <a:defRPr sz="600"/>
            </a:lvl3pPr>
            <a:lvl4pPr marL="771525" indent="0">
              <a:buNone/>
              <a:defRPr sz="500"/>
            </a:lvl4pPr>
            <a:lvl5pPr marL="1028700" indent="0">
              <a:buNone/>
              <a:defRPr sz="500"/>
            </a:lvl5pPr>
            <a:lvl6pPr marL="1285875" indent="0">
              <a:buNone/>
              <a:defRPr sz="500"/>
            </a:lvl6pPr>
            <a:lvl7pPr marL="1543050" indent="0">
              <a:buNone/>
              <a:defRPr sz="500"/>
            </a:lvl7pPr>
            <a:lvl8pPr marL="1800225" indent="0">
              <a:buNone/>
              <a:defRPr sz="500"/>
            </a:lvl8pPr>
            <a:lvl9pPr marL="20574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76752" y="129754"/>
            <a:ext cx="1296234" cy="2764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8052" y="129754"/>
            <a:ext cx="3792683" cy="2764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52" y="129754"/>
            <a:ext cx="5184934" cy="540015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52" y="756021"/>
            <a:ext cx="5184934" cy="2138308"/>
          </a:xfrm>
          <a:prstGeom prst="rect">
            <a:avLst/>
          </a:prstGeom>
        </p:spPr>
        <p:txBody>
          <a:bodyPr vert="horz" lIns="51435" tIns="25718" rIns="51435" bIns="2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8052" y="3003082"/>
            <a:ext cx="1344242" cy="172505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355" y="3003082"/>
            <a:ext cx="1824329" cy="172505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28744" y="3003082"/>
            <a:ext cx="1344242" cy="172505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14350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909" indent="-160734" algn="l" defTabSz="51435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" y="0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319" y="991335"/>
            <a:ext cx="304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onduit ITC" pitchFamily="2" charset="0"/>
              </a:rPr>
              <a:t>Angular Advance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" y="0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6519" y="140765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Life</a:t>
            </a:r>
            <a:r>
              <a:rPr lang="en-US" sz="1800" spc="-3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Cycle</a:t>
            </a:r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Hooks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319" y="400844"/>
            <a:ext cx="464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calls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lifecycle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hook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methods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directives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components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creates,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changes,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destroys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them.</a:t>
            </a: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manages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lifecycle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components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directives.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</a:t>
            </a:r>
            <a:r>
              <a:rPr lang="en-US" sz="800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has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same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set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lifecycle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hooks,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minus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hooks that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specific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content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</a:p>
          <a:p>
            <a:pPr marL="355600">
              <a:lnSpc>
                <a:spcPct val="100000"/>
              </a:lnSpc>
            </a:pP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views.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inspects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</a:t>
            </a:r>
            <a:r>
              <a:rPr lang="en-US" sz="800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component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classes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calls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hook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methods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if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they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defined.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1600" dirty="0">
              <a:latin typeface="Conduit ITC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989EC9-7A06-4676-818B-40A7296C6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719" y="1391444"/>
            <a:ext cx="1681355" cy="13234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 2-01.png">
            <a:extLst>
              <a:ext uri="{FF2B5EF4-FFF2-40B4-BE49-F238E27FC236}">
                <a16:creationId xmlns:a16="http://schemas.microsoft.com/office/drawing/2014/main" id="{2E5BBAF5-6048-46EC-B784-44E1C7C82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A3EAF6-F598-4295-8102-5551D51BC353}"/>
              </a:ext>
            </a:extLst>
          </p:cNvPr>
          <p:cNvSpPr txBox="1"/>
          <p:nvPr/>
        </p:nvSpPr>
        <p:spPr>
          <a:xfrm>
            <a:off x="1356519" y="140765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Life</a:t>
            </a:r>
            <a:r>
              <a:rPr lang="en-US" sz="1600" spc="-3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600" spc="-15" dirty="0">
                <a:latin typeface="Verdana" panose="020B0604030504040204" pitchFamily="34" charset="0"/>
                <a:ea typeface="Verdana" panose="020B0604030504040204" pitchFamily="34" charset="0"/>
              </a:rPr>
              <a:t>Cycle</a:t>
            </a:r>
            <a:r>
              <a:rPr lang="en-US" sz="1600" spc="-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600" spc="-15" dirty="0">
                <a:latin typeface="Verdana" panose="020B0604030504040204" pitchFamily="34" charset="0"/>
                <a:ea typeface="Verdana" panose="020B0604030504040204" pitchFamily="34" charset="0"/>
              </a:rPr>
              <a:t>Hooks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F5878B-DF03-44EA-B442-5A1C94112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9" y="479319"/>
            <a:ext cx="5623719" cy="190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43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07F05305-1E6A-4EA7-BD27-80E62FE32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B30EF9-7493-4EFC-B3EB-19E2DCBE0417}"/>
              </a:ext>
            </a:extLst>
          </p:cNvPr>
          <p:cNvSpPr txBox="1"/>
          <p:nvPr/>
        </p:nvSpPr>
        <p:spPr>
          <a:xfrm>
            <a:off x="1356519" y="140765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spc="-25" dirty="0">
                <a:latin typeface="Verdana" panose="020B0604030504040204" pitchFamily="34" charset="0"/>
                <a:ea typeface="Verdana" panose="020B0604030504040204" pitchFamily="34" charset="0"/>
              </a:rPr>
              <a:t>Life</a:t>
            </a:r>
            <a:r>
              <a:rPr lang="en-US" sz="1600" spc="-3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Cycle</a:t>
            </a:r>
            <a:r>
              <a:rPr lang="en-US" sz="1600" spc="-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600" spc="-15" dirty="0">
                <a:latin typeface="Verdana" panose="020B0604030504040204" pitchFamily="34" charset="0"/>
                <a:ea typeface="Verdana" panose="020B0604030504040204" pitchFamily="34" charset="0"/>
              </a:rPr>
              <a:t>Hooks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CFF10-26D5-4D72-81E9-A5994ACFC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42" y="479319"/>
            <a:ext cx="4683753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5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181BA261-C88E-4667-8BA4-1638A93AA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EE385F-815B-4F37-B360-B883B470B2A0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Life</a:t>
            </a:r>
            <a:r>
              <a:rPr lang="en-US" sz="1800" spc="-3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Cycle</a:t>
            </a:r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Hooks- Example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582F-CDEF-4F76-A175-2728EFAE7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6" y="546007"/>
            <a:ext cx="5607505" cy="188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17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932B0B4D-A43A-4FB0-A58E-D6CA92BF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C44635-2C83-460D-A6A7-0D189DBF6BAA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Dependency Injection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528C5-5937-47F8-85AB-7D9B50AE1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52" y="431766"/>
            <a:ext cx="5142533" cy="203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10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F84BB7BA-D386-4FE5-AAC2-401173CB7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5E8842-7C28-4EF6-B024-28938DDBC5B3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FABAC-1F4F-4AB8-A226-1DA0CA5EE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19" y="523261"/>
            <a:ext cx="5486400" cy="189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813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62A43A7C-0976-4828-8F68-11D67F37F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98CC21-AB0F-42BA-8F65-8AE96AD7D34C}"/>
              </a:ext>
            </a:extLst>
          </p:cNvPr>
          <p:cNvSpPr txBox="1"/>
          <p:nvPr/>
        </p:nvSpPr>
        <p:spPr>
          <a:xfrm>
            <a:off x="804069" y="96044"/>
            <a:ext cx="415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Steps to create and use Services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89601-B19F-412B-B873-5528AD40A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0364"/>
            <a:ext cx="5761038" cy="105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8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D19A9E32-B58E-452A-96B8-F923CC873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54F88E-5538-4F6A-94CB-E7BC22AC5A21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Providers Property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5E263-FE9B-446D-B4C1-C21885680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" y="781844"/>
            <a:ext cx="5614916" cy="122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62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E1336341-3B10-46A1-AF30-E4593A4A5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53255D-2E2A-4459-BC9F-BA81A4A192A0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log.service.ts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F5E0A-441A-428E-9398-A71FA7362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9" y="781844"/>
            <a:ext cx="5699919" cy="114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54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06CB7DCE-F573-4EB0-B510-08B27BB94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2027AD-DB5F-47DB-9395-DFBD77762394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uselog.component.ts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2C09C-7D2E-46BD-9DE5-DF2B3EFFD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9" y="461336"/>
            <a:ext cx="5623719" cy="194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59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3CBCD47C-BE37-4FF5-8CAD-149EC68CA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B7C101-37F7-450F-B6F8-D263ABA4987D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Optional Dependency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1B415-64E9-4214-AF67-8D462765C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444"/>
            <a:ext cx="5761038" cy="17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34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9A5141BA-41A5-4459-AE6E-F86A9ABD3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BC796B-AF4B-45FF-9932-863F507B1ABB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Component Interaction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402D0-C775-4308-AA18-59886CEBE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9" y="1010359"/>
            <a:ext cx="4858428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08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FD8C56DB-E6B6-44B5-92DD-8907BD802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299860-542F-4EEC-8536-2EABAB050590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Input Property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D30DF-431F-415F-979D-1B8AEDCD3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" y="934244"/>
            <a:ext cx="5761038" cy="85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92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35662719-561F-4DB2-9FD4-779989B6D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43AA91-370E-44F9-A843-9EE773F2C7B7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@Input()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E4F7D6-2892-49AD-A609-07FFC7E28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55" y="561420"/>
            <a:ext cx="5174583" cy="189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20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CBF5087E-1AE8-4636-AE4A-E9E61BF2E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0B6C67-0DB0-477D-856A-364754A95EB1}"/>
              </a:ext>
            </a:extLst>
          </p:cNvPr>
          <p:cNvSpPr txBox="1"/>
          <p:nvPr/>
        </p:nvSpPr>
        <p:spPr>
          <a:xfrm>
            <a:off x="537369" y="96044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Using setter method for input property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E10DE7-EFF2-49CF-AE47-55E8A3AD3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059" y="589225"/>
            <a:ext cx="5318919" cy="186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4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82AAB154-BCD3-4D5D-9B2A-7DECEA85C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E43C4F-5E7F-4E6D-851B-D726FA09DF35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Parent listens to child event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A2E54-0D5D-405F-A688-2ED333A17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" y="858044"/>
            <a:ext cx="5649113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45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AB24BBC7-5989-4461-B42C-9C23AE2EE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4AA0E6-2C8F-4DB0-8775-311D8D4C0906}"/>
              </a:ext>
            </a:extLst>
          </p:cNvPr>
          <p:cNvSpPr txBox="1"/>
          <p:nvPr/>
        </p:nvSpPr>
        <p:spPr>
          <a:xfrm>
            <a:off x="537369" y="96044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Child sending event to parent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4E3CF-59B5-48B1-9808-827DCF61F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0844"/>
            <a:ext cx="4766469" cy="209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02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DDEEC324-4DE6-42B3-8B68-BE2AC390A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4740ED-0220-40C3-980C-B4E767611280}"/>
              </a:ext>
            </a:extLst>
          </p:cNvPr>
          <p:cNvSpPr txBox="1"/>
          <p:nvPr/>
        </p:nvSpPr>
        <p:spPr>
          <a:xfrm>
            <a:off x="537369" y="82396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Child sending event to parent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0C749B-2FC0-4BC9-9CFF-14526B699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17" y="629444"/>
            <a:ext cx="5305804" cy="1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78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9CAE1C84-5C5E-4E85-935A-01B10D17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10B008-0085-4738-89D0-BD2B159B3D76}"/>
              </a:ext>
            </a:extLst>
          </p:cNvPr>
          <p:cNvSpPr txBox="1"/>
          <p:nvPr/>
        </p:nvSpPr>
        <p:spPr>
          <a:xfrm>
            <a:off x="537369" y="82396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Child sending event to parent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7DED1-40AE-45A4-94DC-F8BC2F8B5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39" y="451728"/>
            <a:ext cx="5516960" cy="197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95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16DBB4EC-93A3-4C84-88F3-B41731F9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28E42A-FA3D-4082-9691-CEB03B0398FA}"/>
              </a:ext>
            </a:extLst>
          </p:cNvPr>
          <p:cNvSpPr txBox="1"/>
          <p:nvPr/>
        </p:nvSpPr>
        <p:spPr>
          <a:xfrm>
            <a:off x="537369" y="82396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Child sending event to parent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38AE5-4B98-4608-8EBF-2ECCE3871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1844"/>
            <a:ext cx="5761038" cy="100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02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B82FC501-063B-4F52-9811-17BF9DB44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0AC7AE-9603-4053-8135-4844ACC2C264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D1942-50CD-4A7C-B9A8-74C400DF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832"/>
            <a:ext cx="5761038" cy="166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84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995DB005-4226-45AA-893E-7F86702E9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74A9AC-602E-423D-A096-9E5496AF9B16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Template Driven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CE354E-CA9A-4F87-BA8F-D6564944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420"/>
            <a:ext cx="5761038" cy="179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3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DC36080F-C35E-43BF-9CCD-5EF479D2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18409D-0D64-4EB6-892B-35298A3DFEDD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C7F17-5D95-41E5-B5C4-10604D632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5623"/>
            <a:ext cx="5761038" cy="175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2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392CB880-C01F-4549-A89C-85248F277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7E51C8-E98E-4B7B-B73C-4607E81A62EE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NgForm Properties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69E4C-B902-428A-8A42-C7CDD1C64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9" y="465376"/>
            <a:ext cx="5166519" cy="193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28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14EECA98-3D76-481C-B702-032C491F4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A45177-9BF0-4613-8F23-30E194793BB0}"/>
              </a:ext>
            </a:extLst>
          </p:cNvPr>
          <p:cNvSpPr txBox="1"/>
          <p:nvPr/>
        </p:nvSpPr>
        <p:spPr>
          <a:xfrm>
            <a:off x="583009" y="96044"/>
            <a:ext cx="459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Classes associated with FormControl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71411D-974F-4C5F-873B-4F5F1A4A9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8" y="561420"/>
            <a:ext cx="5547519" cy="181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278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1BCF85C8-7D18-4938-8443-1088FF53C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0A569A-F11A-4C32-9F96-07676D233BEC}"/>
              </a:ext>
            </a:extLst>
          </p:cNvPr>
          <p:cNvSpPr txBox="1"/>
          <p:nvPr/>
        </p:nvSpPr>
        <p:spPr>
          <a:xfrm>
            <a:off x="1166019" y="38041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Using CSS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CCABB-701F-4113-90C4-39B608C86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19" y="477044"/>
            <a:ext cx="5318919" cy="180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8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D51588E9-426F-4C17-8C69-A20FEC587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D5BA76-6E49-4D18-BF46-98851F534FEF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Built-in Validators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EE9F1-F021-4570-B44F-61498D025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19" y="534124"/>
            <a:ext cx="5395119" cy="190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55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8BE5D9C0-400E-4936-B08F-FBEE57A34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FFEA05-F417-4BE1-9AE6-664BB62E35BA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Submitting 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985A9-6AFD-4203-A512-AF311D3D9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5644"/>
            <a:ext cx="5761038" cy="16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50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A8FE92C2-3CB8-48CD-9363-FE71B9395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3BF4F5-DB24-47CD-9045-6DA76A17B61D}"/>
              </a:ext>
            </a:extLst>
          </p:cNvPr>
          <p:cNvSpPr txBox="1"/>
          <p:nvPr/>
        </p:nvSpPr>
        <p:spPr>
          <a:xfrm>
            <a:off x="670719" y="96044"/>
            <a:ext cx="458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Reactive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Forms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(Model</a:t>
            </a:r>
            <a:r>
              <a:rPr lang="en-US" sz="1800" spc="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Driven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Forms)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291C5-563B-4848-AC9C-A60A0321C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16"/>
            <a:ext cx="5761038" cy="124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82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80B05B74-86BB-432D-A478-AF4D2C2AF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DD23CC-9C7A-4C01-9084-C0727EE3E3C1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 err="1">
                <a:latin typeface="Verdana" panose="020B0604030504040204" pitchFamily="34" charset="0"/>
                <a:ea typeface="Verdana" panose="020B0604030504040204" pitchFamily="34" charset="0"/>
              </a:rPr>
              <a:t>FormControl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55911-B48C-4066-BABB-52B6822FD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557"/>
            <a:ext cx="5761038" cy="184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27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E902B1B1-D6ED-498D-A3FC-A6D3644E4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8E31F5-DF8C-45CF-ABAB-1FE2F96261F6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55" dirty="0" err="1">
                <a:latin typeface="Verdana" panose="020B0604030504040204" pitchFamily="34" charset="0"/>
                <a:ea typeface="Verdana" panose="020B0604030504040204" pitchFamily="34" charset="0"/>
              </a:rPr>
              <a:t>F</a:t>
            </a:r>
            <a:r>
              <a:rPr lang="en-US" sz="18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ormG</a:t>
            </a:r>
            <a:r>
              <a:rPr lang="en-US" sz="1800" spc="-60" dirty="0" err="1"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en-US" sz="18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oup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B534BB-6AAD-4683-A742-00FCBE8A0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420"/>
            <a:ext cx="5761038" cy="18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5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082B9EB9-B20A-40B6-A534-36EE0A59D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29ABBF-CD77-4EFD-98DD-32B0AF9DE304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55" dirty="0" err="1">
                <a:latin typeface="Verdana" panose="020B0604030504040204" pitchFamily="34" charset="0"/>
                <a:ea typeface="Verdana" panose="020B0604030504040204" pitchFamily="34" charset="0"/>
              </a:rPr>
              <a:t>F</a:t>
            </a:r>
            <a:r>
              <a:rPr lang="en-US" sz="18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ormG</a:t>
            </a:r>
            <a:r>
              <a:rPr lang="en-US" sz="1800" spc="-60" dirty="0" err="1"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en-US" sz="18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oup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E</a:t>
            </a:r>
            <a:r>
              <a:rPr lang="en-US" sz="1800" spc="-75" dirty="0">
                <a:latin typeface="Verdana" panose="020B0604030504040204" pitchFamily="34" charset="0"/>
                <a:ea typeface="Verdana" panose="020B0604030504040204" pitchFamily="34" charset="0"/>
              </a:rPr>
              <a:t>x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ample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3F0E0-6DD2-480E-80F0-157EEB2C4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1844"/>
            <a:ext cx="5761038" cy="93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32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AB1CB9D2-00EA-4F99-84FC-B5BF92200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DC7A78-594B-4FE8-B3C8-A94AE1CCDC9D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FormBuilder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70D3B5-D125-40BE-BAA9-96D3011E1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1067"/>
            <a:ext cx="5761038" cy="177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444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57075255-0603-481C-9DD0-4F72B874B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2AABB-3A0D-4EBC-9EA6-118A9534980E}"/>
              </a:ext>
            </a:extLst>
          </p:cNvPr>
          <p:cNvSpPr txBox="1"/>
          <p:nvPr/>
        </p:nvSpPr>
        <p:spPr>
          <a:xfrm>
            <a:off x="-91281" y="96044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Reactive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Form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60" dirty="0">
                <a:latin typeface="Verdana" panose="020B0604030504040204" pitchFamily="34" charset="0"/>
                <a:ea typeface="Verdana" panose="020B0604030504040204" pitchFamily="34" charset="0"/>
              </a:rPr>
              <a:t>Template</a:t>
            </a:r>
            <a:r>
              <a:rPr lang="en-US" sz="1800" spc="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–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5" dirty="0">
                <a:latin typeface="Verdana" panose="020B0604030504040204" pitchFamily="34" charset="0"/>
                <a:ea typeface="Verdana" panose="020B0604030504040204" pitchFamily="34" charset="0"/>
              </a:rPr>
              <a:t>Page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04FBC-FA90-4119-80FF-82BB14982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444"/>
            <a:ext cx="5761038" cy="161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89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ADAFE255-AFD8-4F0D-A2C3-460302558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3D7ECB-BD28-4B48-B4E3-E0CF8F37A2A4}"/>
              </a:ext>
            </a:extLst>
          </p:cNvPr>
          <p:cNvSpPr txBox="1"/>
          <p:nvPr/>
        </p:nvSpPr>
        <p:spPr>
          <a:xfrm>
            <a:off x="0" y="74779"/>
            <a:ext cx="5761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Reactive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Form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60" dirty="0">
                <a:latin typeface="Verdana" panose="020B0604030504040204" pitchFamily="34" charset="0"/>
                <a:ea typeface="Verdana" panose="020B0604030504040204" pitchFamily="34" charset="0"/>
              </a:rPr>
              <a:t>Template</a:t>
            </a:r>
            <a:r>
              <a:rPr lang="en-US" sz="1800" spc="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–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5" dirty="0">
                <a:latin typeface="Verdana" panose="020B0604030504040204" pitchFamily="34" charset="0"/>
                <a:ea typeface="Verdana" panose="020B0604030504040204" pitchFamily="34" charset="0"/>
              </a:rPr>
              <a:t>Page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AD7ED-0BCE-4653-87E4-CBB1AF710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1844"/>
            <a:ext cx="5761038" cy="145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72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46269922-E883-4653-ADE6-095DA5FA6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D8753C-AE61-494A-AB36-BCD413BC26AF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Custom</a:t>
            </a:r>
            <a:r>
              <a:rPr lang="en-US" sz="1800" spc="-6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Validation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A4594B-0C7F-4560-872B-AD57D9542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9" y="561420"/>
            <a:ext cx="5562599" cy="186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45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EC18FF48-E975-4709-921B-6E0A01686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540B73-F397-48E5-A4DE-14A8CE4DF8BD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Cu</a:t>
            </a:r>
            <a:r>
              <a:rPr lang="en-US" sz="1800" spc="-55" dirty="0"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r>
              <a:rPr lang="en-US" sz="1800" spc="-50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om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210" dirty="0">
                <a:latin typeface="Verdana" panose="020B0604030504040204" pitchFamily="34" charset="0"/>
                <a:ea typeface="Verdana" panose="020B0604030504040204" pitchFamily="34" charset="0"/>
              </a:rPr>
              <a:t>V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alid</a:t>
            </a:r>
            <a:r>
              <a:rPr lang="en-US" sz="1800" spc="-50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tion- </a:t>
            </a:r>
            <a:r>
              <a:rPr lang="en-US" sz="1800" spc="-55" dirty="0">
                <a:latin typeface="Verdana" panose="020B0604030504040204" pitchFamily="34" charset="0"/>
                <a:ea typeface="Verdana" panose="020B0604030504040204" pitchFamily="34" charset="0"/>
              </a:rPr>
              <a:t>F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orm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B45D44-FC7C-4FAF-8D98-096B1A254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2125"/>
            <a:ext cx="5761038" cy="175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60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84F795D4-D758-47A2-B5E6-1C5F70CC4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33C44C-A719-4951-BA2E-E4E630D0CD09}"/>
              </a:ext>
            </a:extLst>
          </p:cNvPr>
          <p:cNvSpPr txBox="1"/>
          <p:nvPr/>
        </p:nvSpPr>
        <p:spPr>
          <a:xfrm>
            <a:off x="0" y="96044"/>
            <a:ext cx="575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Making</a:t>
            </a:r>
            <a:r>
              <a:rPr lang="en-US" sz="1800" spc="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Ajax</a:t>
            </a:r>
            <a:r>
              <a:rPr lang="en-US" sz="1800" spc="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calls</a:t>
            </a:r>
            <a:r>
              <a:rPr lang="en-US" sz="1800" spc="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with</a:t>
            </a:r>
            <a:r>
              <a:rPr lang="en-US" sz="1800" spc="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HttpClientModule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DF3F7-9CAE-495C-80B3-1F1FB58B5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926"/>
            <a:ext cx="5761038" cy="216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106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C1BC14FB-A0CC-441B-93BA-0E69F059E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E985D9-DC29-45BF-A462-8EDBE8519A66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Using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Promise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DCE46-67B8-412D-86D3-11777D36A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420"/>
            <a:ext cx="5761038" cy="18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902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2A2F6B55-EFBB-4CC9-A387-412731AEA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3E06EA-04F9-481D-9151-1B529B9981C2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Observable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A5A95-B3ED-4285-9C88-B3B2C91C1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244"/>
            <a:ext cx="5761038" cy="78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059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AD401DFF-A46B-4939-BD00-92A13D55C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8BDF98-7B4C-4915-ADC1-6D138808FE1D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Important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80" dirty="0">
                <a:latin typeface="Verdana" panose="020B0604030504040204" pitchFamily="34" charset="0"/>
                <a:ea typeface="Verdana" panose="020B0604030504040204" pitchFamily="34" charset="0"/>
              </a:rPr>
              <a:t>Terms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513668-C7AC-4FA9-BF52-A38189EBA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" y="858044"/>
            <a:ext cx="5761038" cy="88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470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5A945533-0D4D-4E7A-88C8-2EE704AE6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67D6D6-F5C8-4174-9C78-253F25B3B3C3}"/>
              </a:ext>
            </a:extLst>
          </p:cNvPr>
          <p:cNvSpPr txBox="1"/>
          <p:nvPr/>
        </p:nvSpPr>
        <p:spPr>
          <a:xfrm>
            <a:off x="0" y="96044"/>
            <a:ext cx="5761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TimeComponent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Displays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running digital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clock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8D086-9324-4D47-AEF6-A6143C79E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5291"/>
            <a:ext cx="5761038" cy="176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830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73B16E0F-D194-45EB-BD41-DAED1987D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792D7E-B892-4902-B2E5-C293FBD08393}"/>
              </a:ext>
            </a:extLst>
          </p:cNvPr>
          <p:cNvSpPr txBox="1"/>
          <p:nvPr/>
        </p:nvSpPr>
        <p:spPr>
          <a:xfrm>
            <a:off x="0" y="96044"/>
            <a:ext cx="575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TimeComponent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Displays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running digital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clock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D0415-324F-4003-A69E-590F04430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7930"/>
            <a:ext cx="5761038" cy="96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5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5B8F3509-CB49-4DE8-AAEE-EE3DFFB11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E78D81-B789-4529-A6F5-9DB2C4733859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Observable</a:t>
            </a:r>
            <a:r>
              <a:rPr lang="en-US" sz="1800" spc="-6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Operators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F62B1-C2B9-476A-8651-49058DD93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1186"/>
            <a:ext cx="5761038" cy="113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061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AD69B7F4-7D71-44A3-8E75-8A1BEB6C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AD3534-104D-40CA-A7D5-BDC783A4E83B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Observable</a:t>
            </a:r>
            <a:r>
              <a:rPr lang="en-US" sz="1800" spc="-6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Operators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B7D785-E031-4A86-BF06-BB72B4C1E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5376"/>
            <a:ext cx="5761038" cy="191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941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7F2BB1FF-9329-45EE-B369-2EFD08FF6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FD0D83-4665-4D22-8217-24DAAC324C78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5" dirty="0" err="1">
                <a:latin typeface="Verdana" panose="020B0604030504040204" pitchFamily="34" charset="0"/>
                <a:ea typeface="Verdana" panose="020B0604030504040204" pitchFamily="34" charset="0"/>
              </a:rPr>
              <a:t>HttpClient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class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AE84A-6188-498B-9C78-1D13FCC2E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5644"/>
            <a:ext cx="5761038" cy="1284261"/>
          </a:xfrm>
          <a:prstGeom prst="rect">
            <a:avLst/>
          </a:prstGeom>
        </p:spPr>
      </p:pic>
      <p:pic>
        <p:nvPicPr>
          <p:cNvPr id="5" name="Picture 4" descr="PPT 2-01.png">
            <a:extLst>
              <a:ext uri="{FF2B5EF4-FFF2-40B4-BE49-F238E27FC236}">
                <a16:creationId xmlns:a16="http://schemas.microsoft.com/office/drawing/2014/main" id="{C814FB29-FA84-41DA-AF06-D20F90C69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19844"/>
            <a:ext cx="5755419" cy="32400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BA19A1-59E0-4506-9158-0C635225430D}"/>
              </a:ext>
            </a:extLst>
          </p:cNvPr>
          <p:cNvSpPr txBox="1"/>
          <p:nvPr/>
        </p:nvSpPr>
        <p:spPr>
          <a:xfrm>
            <a:off x="1166019" y="10224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assets/</a:t>
            </a:r>
            <a:r>
              <a:rPr lang="en-US" sz="18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Books.json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939299-8F04-45C7-97A7-5CE5C171A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2097"/>
            <a:ext cx="5761038" cy="178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488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BD0FEDF5-49D6-4786-9078-1A6CAE8F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AA0FBD-1FFB-4223-964C-FD9A7D3C38D2}"/>
              </a:ext>
            </a:extLst>
          </p:cNvPr>
          <p:cNvSpPr txBox="1"/>
          <p:nvPr/>
        </p:nvSpPr>
        <p:spPr>
          <a:xfrm>
            <a:off x="1166019" y="96044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HttpClient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 Class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Methods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2600A-1D45-4DA8-9480-B30E272AB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1844"/>
            <a:ext cx="5761038" cy="117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65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693403F0-A205-465E-B6C8-BE73510E5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8E0BA8-7426-4F8E-AE04-3029AD111E9B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Subscribe</a:t>
            </a:r>
            <a:r>
              <a:rPr lang="en-US" sz="1800" spc="-3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Method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B30C21-BAD9-46E8-A1CB-31A6584F9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124"/>
            <a:ext cx="5761038" cy="184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528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67335A3B-7C2F-4DCC-BF3B-74C9C57C1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45D5F8-4F2C-46D5-B46B-289C6E5273CF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assets/</a:t>
            </a:r>
            <a:r>
              <a:rPr lang="en-US" sz="18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Books.json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B9CF9-FB41-4F1C-9DE3-C1F8B9FFB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2253"/>
            <a:ext cx="5761038" cy="178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401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DA338F8B-C813-43D9-8B4A-3E6471779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F9CF84-0F42-4178-89A5-C866289C8608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list-</a:t>
            </a:r>
            <a:r>
              <a:rPr lang="en-US" sz="1800" spc="-15" dirty="0" err="1">
                <a:latin typeface="Verdana" panose="020B0604030504040204" pitchFamily="34" charset="0"/>
                <a:ea typeface="Verdana" panose="020B0604030504040204" pitchFamily="34" charset="0"/>
              </a:rPr>
              <a:t>books.component.ts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24F2EB-AF12-445D-A8B0-B74C4DD2A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124"/>
            <a:ext cx="5699919" cy="184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395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F5ECDB8A-6AAD-4BDA-836C-0AE093515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E0DAA-9E81-4E21-B72C-6F4425B53281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list-books.component.html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288333-1110-48F7-9278-8059E94D4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40" y="705644"/>
            <a:ext cx="3577958" cy="192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693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D2EF61E8-9267-4285-BC4B-949A98067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6566B9-5665-4663-AE8F-3CB259D07AC8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85" dirty="0"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outing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CC8BC-974C-4312-B306-EC349FFE8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965"/>
            <a:ext cx="5761038" cy="76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695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94DAE6C7-308C-4F1F-ADF2-CDF31659B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242374-7AE3-421C-BB86-B0C635C7091A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Routing</a:t>
            </a:r>
            <a:r>
              <a:rPr lang="en-US" sz="1800" spc="-5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Components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7262B-3AFD-48A1-8049-FE3C03D2E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444"/>
            <a:ext cx="5761038" cy="171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627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29779DAC-C7C2-475A-88E8-777A19AC1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01BA66-7535-43E9-96DD-C8277EC8F0DD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Routing</a:t>
            </a:r>
            <a:r>
              <a:rPr lang="en-US" sz="1800" spc="-5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Components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F110F6-69FD-4EA7-8E79-4A8D3952E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9628"/>
            <a:ext cx="5761038" cy="150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05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4D84E9F2-CB9E-4721-A5CA-0E766701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BFFD45-86BB-403F-BF69-9D43E3E61227}"/>
              </a:ext>
            </a:extLst>
          </p:cNvPr>
          <p:cNvSpPr txBox="1"/>
          <p:nvPr/>
        </p:nvSpPr>
        <p:spPr>
          <a:xfrm>
            <a:off x="1166019" y="68748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1-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&lt;base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20" dirty="0" err="1">
                <a:latin typeface="Verdana" panose="020B0604030504040204" pitchFamily="34" charset="0"/>
                <a:ea typeface="Verdana" panose="020B0604030504040204" pitchFamily="34" charset="0"/>
              </a:rPr>
              <a:t>href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91E1D-D951-408E-B2C3-3DA7C5F73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57" y="1010359"/>
            <a:ext cx="4820323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219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30BEC880-0EA2-4E00-854B-0BC528CF8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92F98B-337C-4FB4-9609-FBA7F2E43D66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2-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Import</a:t>
            </a:r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Router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BE443-7892-4E04-8451-44700D7A9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7971"/>
            <a:ext cx="5761038" cy="138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024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0FE41CE3-DA1F-4FB3-AB10-B4D74F96E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09A384-FD53-4FB6-BDBE-A5DEAD4D6FE7}"/>
              </a:ext>
            </a:extLst>
          </p:cNvPr>
          <p:cNvSpPr txBox="1"/>
          <p:nvPr/>
        </p:nvSpPr>
        <p:spPr>
          <a:xfrm>
            <a:off x="1051719" y="96044"/>
            <a:ext cx="40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3-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Route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Configuration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191C2-9751-4F90-89AB-E2EAAED6A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420"/>
            <a:ext cx="5761038" cy="174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32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03C4C603-FF8A-43AC-9744-95673810B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5D5083-03BC-4003-8D95-75A734DE2535}"/>
              </a:ext>
            </a:extLst>
          </p:cNvPr>
          <p:cNvSpPr txBox="1"/>
          <p:nvPr/>
        </p:nvSpPr>
        <p:spPr>
          <a:xfrm>
            <a:off x="1051719" y="96044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3-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Route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Configuration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A10A53-6AA5-4015-B193-E0F5EC64D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5644"/>
            <a:ext cx="5761038" cy="167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829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1C8D3DE9-6E3B-434D-9C7A-DEB0F3DF4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1EC3A1-5A54-4677-8B4F-93C2259452CA}"/>
              </a:ext>
            </a:extLst>
          </p:cNvPr>
          <p:cNvSpPr txBox="1"/>
          <p:nvPr/>
        </p:nvSpPr>
        <p:spPr>
          <a:xfrm>
            <a:off x="1051719" y="96044"/>
            <a:ext cx="37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3-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Route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Configuration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B81F3-9E75-450D-B7FC-EF1A7720A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244"/>
            <a:ext cx="5761038" cy="80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114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C17DF636-72C0-4BE3-982B-2257F69D1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0704A7-613E-4D01-9F29-8F1753FCFB42}"/>
              </a:ext>
            </a:extLst>
          </p:cNvPr>
          <p:cNvSpPr txBox="1"/>
          <p:nvPr/>
        </p:nvSpPr>
        <p:spPr>
          <a:xfrm>
            <a:off x="975519" y="96044"/>
            <a:ext cx="415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4-</a:t>
            </a:r>
            <a:r>
              <a:rPr lang="en-US" sz="1800" spc="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Place	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&lt;router-outlet&gt;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2DD22-B5A2-4552-B4E5-A047E434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19" y="934244"/>
            <a:ext cx="5761038" cy="11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011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E27A1A7B-0B20-4580-8F42-DF02C3136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C61B14-2DEB-42C3-A262-CE24FB8E74DB}"/>
              </a:ext>
            </a:extLst>
          </p:cNvPr>
          <p:cNvSpPr txBox="1"/>
          <p:nvPr/>
        </p:nvSpPr>
        <p:spPr>
          <a:xfrm>
            <a:off x="823119" y="96044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5-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Use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20" dirty="0" err="1">
                <a:latin typeface="Verdana" panose="020B0604030504040204" pitchFamily="34" charset="0"/>
                <a:ea typeface="Verdana" panose="020B0604030504040204" pitchFamily="34" charset="0"/>
              </a:rPr>
              <a:t>RouterLink</a:t>
            </a:r>
            <a:r>
              <a:rPr lang="en-US" sz="1800" spc="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directive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D5322-3A17-4BB9-B321-A9629405B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" y="705644"/>
            <a:ext cx="5761038" cy="164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970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03AA7E76-158D-4D4E-8C22-227782D6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1194E3-2E60-4976-9574-F4AC819B04EC}"/>
              </a:ext>
            </a:extLst>
          </p:cNvPr>
          <p:cNvSpPr txBox="1"/>
          <p:nvPr/>
        </p:nvSpPr>
        <p:spPr>
          <a:xfrm>
            <a:off x="1051719" y="96044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5- Use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Router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5" dirty="0">
                <a:latin typeface="Verdana" panose="020B0604030504040204" pitchFamily="34" charset="0"/>
                <a:ea typeface="Verdana" panose="020B0604030504040204" pitchFamily="34" charset="0"/>
              </a:rPr>
              <a:t>Parameters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8D95D-9C0E-4212-8D59-29286766E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19" y="705644"/>
            <a:ext cx="5761038" cy="163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435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DC18AB6A-E877-4676-B5A1-AE48B627F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BE2250-E48D-4072-A370-3C82C7419B34}"/>
              </a:ext>
            </a:extLst>
          </p:cNvPr>
          <p:cNvSpPr txBox="1"/>
          <p:nvPr/>
        </p:nvSpPr>
        <p:spPr>
          <a:xfrm>
            <a:off x="823119" y="96044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5- </a:t>
            </a:r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Read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Router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5" dirty="0">
                <a:latin typeface="Verdana" panose="020B0604030504040204" pitchFamily="34" charset="0"/>
                <a:ea typeface="Verdana" panose="020B0604030504040204" pitchFamily="34" charset="0"/>
              </a:rPr>
              <a:t>Parameters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C83BB-4D6A-474F-9AFF-041479A79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420"/>
            <a:ext cx="5761038" cy="18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370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F228F907-BDB3-4E8F-919A-240261EF1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913BED-8ABF-4537-854D-6FA0B2DAB128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Programmatic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Navigation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F16D0-D1D3-4BE4-B185-A43E3EA42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9930"/>
            <a:ext cx="5761038" cy="154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877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A138A126-1D0F-4F71-8C1A-7F16B489A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C2D94C-3FF1-4BBE-8F54-CA9EB24A1A7B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Route</a:t>
            </a:r>
            <a:r>
              <a:rPr lang="en-US" sz="1800" spc="-7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Guard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D490DD-B3B8-4F00-8794-10BB9D6EE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8044"/>
            <a:ext cx="5761038" cy="121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299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5F0D8AE8-BB78-4A47-86C4-A6CB18F7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1B9F4-1C1A-441F-BDD0-F282E60AD517}"/>
              </a:ext>
            </a:extLst>
          </p:cNvPr>
          <p:cNvSpPr txBox="1"/>
          <p:nvPr/>
        </p:nvSpPr>
        <p:spPr>
          <a:xfrm>
            <a:off x="1166019" y="82396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–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Create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Route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Guard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F6AC0-2133-4E19-B5C1-51A3DA80C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792"/>
            <a:ext cx="5761038" cy="177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190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9B6EDA95-4DFF-499E-8638-27234F418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DAC258-5316-469B-812C-DF404C270D75}"/>
              </a:ext>
            </a:extLst>
          </p:cNvPr>
          <p:cNvSpPr txBox="1"/>
          <p:nvPr/>
        </p:nvSpPr>
        <p:spPr>
          <a:xfrm>
            <a:off x="746919" y="82396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2 –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Associate</a:t>
            </a:r>
            <a:r>
              <a:rPr lang="en-US" sz="1800" spc="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Guard</a:t>
            </a:r>
            <a:r>
              <a:rPr lang="en-US" sz="1800" spc="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with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Route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5AF16-8ABD-4F35-93B6-44E462DFC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19" y="934244"/>
            <a:ext cx="5761038" cy="101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099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668A7C59-40E1-493E-AB43-2818ACCE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A64942-27FA-4E4F-A325-3AF7B11C8BBA}"/>
              </a:ext>
            </a:extLst>
          </p:cNvPr>
          <p:cNvSpPr txBox="1"/>
          <p:nvPr/>
        </p:nvSpPr>
        <p:spPr>
          <a:xfrm>
            <a:off x="61119" y="82396"/>
            <a:ext cx="569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Step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3 –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 Declare </a:t>
            </a:r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Route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Guard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in</a:t>
            </a:r>
            <a:r>
              <a:rPr lang="en-US" sz="1800" spc="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5" dirty="0">
                <a:latin typeface="Verdana" panose="020B0604030504040204" pitchFamily="34" charset="0"/>
                <a:ea typeface="Verdana" panose="020B0604030504040204" pitchFamily="34" charset="0"/>
              </a:rPr>
              <a:t>Providers</a:t>
            </a:r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Array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A34FB-0B09-428F-93A3-6D0912288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444"/>
            <a:ext cx="5761038" cy="167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832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E2E4482B-AD80-44F4-BF8F-3CD482A3E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2D15F6-95B7-4EDA-B434-23EF93BFFD9A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Depl</a:t>
            </a:r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o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yme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874C48-A0D2-4AF9-951F-F90BCECB5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19" y="1016555"/>
            <a:ext cx="5258534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9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5A68B433-4735-49CE-8328-E8AAF9259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15839F-7BFD-47B0-B90A-CFD06CE2A773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355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ools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EE5FD1-122D-43F6-942F-7D045FA26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7987"/>
            <a:ext cx="5761038" cy="158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828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32D67669-6114-41A0-A7AB-648B7270F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42ACF4-EDD1-4BCC-BDBE-5AC33E52DC84}"/>
              </a:ext>
            </a:extLst>
          </p:cNvPr>
          <p:cNvSpPr txBox="1"/>
          <p:nvPr/>
        </p:nvSpPr>
        <p:spPr>
          <a:xfrm>
            <a:off x="804069" y="96044"/>
            <a:ext cx="415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Ahead-of-Time</a:t>
            </a:r>
            <a:r>
              <a:rPr lang="en-US" sz="1800" spc="-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30" dirty="0">
                <a:latin typeface="Verdana" panose="020B0604030504040204" pitchFamily="34" charset="0"/>
                <a:ea typeface="Verdana" panose="020B0604030504040204" pitchFamily="34" charset="0"/>
              </a:rPr>
              <a:t>(AOT)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compilation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9641B-DC69-4504-B47C-8F001B559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7568"/>
            <a:ext cx="5761038" cy="105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361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5962B0D5-A535-48C7-9442-15EFF5827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12CDE-189F-4A70-9ED9-67167E400474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Build</a:t>
            </a:r>
            <a:r>
              <a:rPr lang="en-US" sz="1800" spc="-7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Project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D1BC2-CF63-4569-9581-50F98C299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444"/>
            <a:ext cx="5761038" cy="177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944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0F24854F-18BB-483B-A299-D75E11D16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13B334-DEB2-4466-BD61-28B348EAC05A}"/>
              </a:ext>
            </a:extLst>
          </p:cNvPr>
          <p:cNvSpPr txBox="1"/>
          <p:nvPr/>
        </p:nvSpPr>
        <p:spPr>
          <a:xfrm>
            <a:off x="1166019" y="8239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25" dirty="0">
                <a:latin typeface="Verdana" panose="020B0604030504040204" pitchFamily="34" charset="0"/>
                <a:ea typeface="Verdana" panose="020B0604030504040204" pitchFamily="34" charset="0"/>
              </a:rPr>
              <a:t>Tree-shaking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E599F-7999-4AD0-8B6A-A43D5DD58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7564"/>
            <a:ext cx="5761038" cy="167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78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>
            <a:extLst>
              <a:ext uri="{FF2B5EF4-FFF2-40B4-BE49-F238E27FC236}">
                <a16:creationId xmlns:a16="http://schemas.microsoft.com/office/drawing/2014/main" id="{3A5C3015-5788-4BB4-ACA7-D1638EC9E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" y="0"/>
            <a:ext cx="5755419" cy="32400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A3D500-E03C-4A88-83D3-26D3312DA0C9}"/>
              </a:ext>
            </a:extLst>
          </p:cNvPr>
          <p:cNvSpPr txBox="1"/>
          <p:nvPr/>
        </p:nvSpPr>
        <p:spPr>
          <a:xfrm>
            <a:off x="1166019" y="82396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Dead code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10" dirty="0">
                <a:latin typeface="Verdana" panose="020B0604030504040204" pitchFamily="34" charset="0"/>
                <a:ea typeface="Verdana" panose="020B0604030504040204" pitchFamily="34" charset="0"/>
              </a:rPr>
              <a:t>elimination</a:t>
            </a:r>
            <a:r>
              <a:rPr lang="en-US" sz="18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spc="-5" dirty="0">
                <a:latin typeface="Verdana" panose="020B0604030504040204" pitchFamily="34" charset="0"/>
                <a:ea typeface="Verdana" panose="020B0604030504040204" pitchFamily="34" charset="0"/>
              </a:rPr>
              <a:t>(DCE)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81A59-A139-498B-B982-1CDBF3A4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5644"/>
            <a:ext cx="5761038" cy="167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99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335</Words>
  <Application>Microsoft Office PowerPoint</Application>
  <PresentationFormat>Custom</PresentationFormat>
  <Paragraphs>82</Paragraphs>
  <Slides>75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Conduit ITC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Amit</dc:creator>
  <cp:lastModifiedBy>Anudip</cp:lastModifiedBy>
  <cp:revision>24</cp:revision>
  <dcterms:created xsi:type="dcterms:W3CDTF">2006-08-16T00:00:00Z</dcterms:created>
  <dcterms:modified xsi:type="dcterms:W3CDTF">2022-05-28T02:54:01Z</dcterms:modified>
</cp:coreProperties>
</file>